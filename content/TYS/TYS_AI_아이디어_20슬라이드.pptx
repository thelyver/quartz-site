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6" r:id="rId2"/>
    <p:sldId id="27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53"/>
    <p:restoredTop sz="94610"/>
  </p:normalViewPr>
  <p:slideViewPr>
    <p:cSldViewPr snapToGrid="0" snapToObjects="1">
      <p:cViewPr varScale="1">
        <p:scale>
          <a:sx n="291" d="100"/>
          <a:sy n="291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88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8686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에델코첸 — AI 기여 아이디어 10선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&amp; 유통 | 마케팅 · 영업 · 상품기획 · 고객 대응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52360" y="118872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52360" y="118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3A"/>
                </a:solidFill>
              </a:rPr>
              <a:t>즉시 가능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52360" y="338328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52360" y="338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6개월 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52360" y="557784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52360" y="557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</a:rPr>
              <a:t>1년 이상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96012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11480" y="960120"/>
            <a:ext cx="64008" cy="749808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0058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76472" y="101498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776472" y="101498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6B3A"/>
                </a:solidFill>
              </a:rPr>
              <a:t>즉시 가능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208" y="11978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 리뷰 자동 분석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쿠팡·네이버 리뷰 수천 건 → 구매이유·불만·트렌드 주간 자동 요약. 상품기획 인풋.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96012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64008" cy="749808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0058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74152" y="101498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074152" y="101498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6B3A"/>
                </a:solidFill>
              </a:rPr>
              <a:t>즉시 가능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18888" y="11978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가격·신제품 모니터링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18888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동남·한일스텐 등 경쟁사 온라인 가격·신제품을 AI가 매일 스캔해 알림.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17830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11480" y="1783080"/>
            <a:ext cx="64008" cy="749808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2920" y="1828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76472" y="183794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776472" y="183794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6B3A"/>
                </a:solidFill>
              </a:rPr>
              <a:t>즉시 가능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1208" y="20208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바이어 제안서 자동 초안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" y="2231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마트·백화점 바이어별 구매이력·시즌 데이터 분석 → 맞춤 제안서 초안 생성.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17830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709160" y="1783080"/>
            <a:ext cx="64008" cy="749808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00600" y="1828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74152" y="183794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074152" y="183794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6개월 내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18888" y="20208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수요예측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18888" y="2231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시즌·트렌드·판매 데이터 기반 품목별 생산량 추천. 과잉재고·품절 동시 방지.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26060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11480" y="2606040"/>
            <a:ext cx="64008" cy="749808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02920" y="2651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76472" y="266090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776472" y="26609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6B3A"/>
                </a:solidFill>
              </a:rPr>
              <a:t>즉시 가능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1208" y="2843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채널 콘텐츠 자동화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1208" y="3054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쿠팡·스마트스토어 상세페이지·SNS 카피를 AI가 초안 생성. 마케팅 생산성 향상.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26060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709160" y="2606040"/>
            <a:ext cx="64008" cy="749808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800600" y="2651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74152" y="266090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074152" y="26609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6개월 내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18888" y="2843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CS 자동 응대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18888" y="3054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문의(세척법·인덕션 호환·교환)를 AI 챗봇이 24시간 대응.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1480" y="342900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411480" y="3429000"/>
            <a:ext cx="64008" cy="749808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02920" y="3474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76472" y="348386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3776472" y="348386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6B3A"/>
                </a:solidFill>
              </a:rPr>
              <a:t>즉시 가능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1208" y="36667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신제품 기획 인사이트 리포트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21208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불만 카테고리(눌어붙음·무게·인덕션 혼란)를 AI가 분류해 기획 방향 자동 제안.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09160" y="342900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4709160" y="3429000"/>
            <a:ext cx="64008" cy="749808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4800600" y="3474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074152" y="348386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8074152" y="348386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6개월 내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818888" y="36667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바이어 인텐트 감지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18888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IKEA 등 글로벌 바이어 구매 신호(RFQ·공급사 교체 뉴스)를 AI가 스캔.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251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411480" y="4251960"/>
            <a:ext cx="64008" cy="749808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502920" y="42976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776472" y="430682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3776472" y="43068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</a:rPr>
              <a:t>1년 이상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21208" y="4489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가격 최적화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21208" y="4700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경쟁가·재고·시즌을 AI가 실시간 분석해 최적 판매가 제안.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709160" y="4251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4709160" y="4251960"/>
            <a:ext cx="64008" cy="749808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4800600" y="42976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074152" y="430682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8074152" y="43068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</a:rPr>
              <a:t>1년 이상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818888" y="4489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추천 엔진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818888" y="4700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자사몰 방문자 탐색 패턴 분석 → 맞춤 제품 추천. 이탈률 70% 감소 가능.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86868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TYS 베트남 공장 — AI 기여 아이디어 10선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D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 &amp; 운영 | 품질관리 · 설비자동화 · 공급망 · 생산효율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52360" y="118872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52360" y="118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3A"/>
                </a:solidFill>
              </a:rPr>
              <a:t>즉시 가능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52360" y="338328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52360" y="338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6개월 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52360" y="557784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52360" y="557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</a:rPr>
              <a:t>1년 이상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96012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11480" y="960120"/>
            <a:ext cx="64008" cy="74980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0058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76472" y="101498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776472" y="101498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6개월 내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208" y="11978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비전 불량 검출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육안검사 구간 카메라 + AI. 스테인리스 표면 긁힘·코팅 불량 0.1초 감지. BMW 사례 불량률 40% 감소.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96012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64008" cy="74980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0058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74152" y="101498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074152" y="101498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</a:rPr>
              <a:t>1년 이상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18888" y="11978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예지보전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18888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프레스·용접 설비 진동·온도 센서 + AI. 2주 전 이상 알림. GE 사례 다운타임 50% 감소.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17830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11480" y="1783080"/>
            <a:ext cx="64008" cy="74980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2920" y="1828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76472" y="183794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776472" y="183794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6개월 내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1208" y="20208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 이상 실시간 감지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" y="2231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성형·용접 공정 데이터 실시간 모니터링. 정상 범위 이탈 즉시 알림 → 불량품 출하 전 차단.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17830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709160" y="1783080"/>
            <a:ext cx="64008" cy="74980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00600" y="1828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74152" y="183794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074152" y="183794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6개월 내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18888" y="20208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 스케줄 AI 최적화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18888" y="2231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수주량·원자재·설비 가동률 통합 분석 → 라인별 최적 생산 순서 자동 제안. 납기 준수율 향상.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26060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11480" y="2606040"/>
            <a:ext cx="64008" cy="74980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02920" y="2651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76472" y="266090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776472" y="26609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6B3A"/>
                </a:solidFill>
              </a:rPr>
              <a:t>즉시 가능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1208" y="2843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원자재 수급 예측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1208" y="3054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스테인리스 글로벌 가격 동향 AI 분석 → 구매 타이밍 추천. 원가 변동 리스크 선제 관리.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26060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709160" y="2606040"/>
            <a:ext cx="64008" cy="74980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800600" y="26517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74152" y="266090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074152" y="26609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6개월 내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18888" y="2843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원인 자동 분석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18888" y="3054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유형별 데이터 학습 → 어느 공정·설비·시간대에서 불량이 많이 발생하는지 패턴 도출.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1480" y="342900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411480" y="3429000"/>
            <a:ext cx="64008" cy="74980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02920" y="3474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76472" y="348386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3776472" y="348386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</a:rPr>
              <a:t>1년 이상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1208" y="36667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사용 최적화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21208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공장 전력 소비 패턴 분석 → 피크 타임 회피·설비 낭비 구간 식별. Schneider 사례 에너지 20% 절감.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09160" y="342900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4709160" y="3429000"/>
            <a:ext cx="64008" cy="74980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4800600" y="3474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074152" y="348386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8074152" y="348386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6개월 내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818888" y="36667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본사-공장 실시간 대시보드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18888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생산실적·불량률·재고를 한국 본사가 실시간 모니터링. 회장이 서울에서 공장 현황 파악.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251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411480" y="4251960"/>
            <a:ext cx="64008" cy="74980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502920" y="42976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776472" y="430682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3776472" y="43068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6개월 내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21208" y="4489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IKEA 품질 요건 자동 대응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21208" y="4700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바이어 품질 기준 변경사항 AI 스캔 → 공정 조정 포인트 자동 알림. 수출 클레임 사전 차단.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709160" y="4251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4709160" y="4251960"/>
            <a:ext cx="64008" cy="74980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4800600" y="42976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074152" y="4306824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8074152" y="43068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</a:rPr>
              <a:t>1년 이상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818888" y="4489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현지 인력 관리 AI 지원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818888" y="4700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생산성·출결·숙련도 데이터 분석 → 라인 배치 최적화 및 이직 위험 인력 사전 감지.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에델코첸 · 브랜드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 리뷰 자동 분석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ADCFC"/>
                </a:solidFill>
              </a:rPr>
              <a:t>B-01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3A"/>
                </a:solidFill>
              </a:rPr>
              <a:t>즉시 가능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쿠팡·네이버 리뷰 수천 건을 AI가 읽고 구매 이유·불만·트렌드를 주 단위로 자동 요약. 상품기획 회의 전 필수 인풋.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스테인리스 냄비 리뷰 '눌어붙음·인덕션 혼란·세척 어려움' 불만 클러스터 → 에델코첸 신제품 기획 인풋으로 직결.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Kerry + IBM Watson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268833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SNS·커뮤니티 수백만 건 AI 분석 → 소비자 트렌드 예측 플랫폼 Kerry Trendspotter 구축.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355848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339242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67%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3749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개발기간 단축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3355848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339242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50%↑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3749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생산 증량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4178808"/>
            <a:ext cx="4526280" cy="676656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4178808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 → 1주 단축 · 출시 후 생산 50% 이상 증량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  /  20</a:t>
            </a:r>
            <a:endParaRPr lang="en-US" sz="9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B12F08E7-B97D-868F-A43E-B4F4892E6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436" y="1567675"/>
            <a:ext cx="2101589" cy="1149765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FED6872-E16E-27C9-3E8F-2ECA7C799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620" y="1577861"/>
            <a:ext cx="1656378" cy="1114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에델코첸 · 브랜드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경쟁사 가격·신제품 모니터링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ADCFC"/>
                </a:solidFill>
              </a:rPr>
              <a:t>B-02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3A"/>
                </a:solidFill>
              </a:rPr>
              <a:t>즉시 가능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동남·한일스텐 등 경쟁사 온라인 가격 변동과 신제품 출시를 AI가 매일 스캔해 영업팀에 즉시 알림.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쿠팡·네이버에서 경쟁사 가격이 변동하는 당일 에델코첸 영업팀이 대응 가능. 신제품 출시도 즉시 감지.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Zara (Inditex)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099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알고리즘이 경쟁사 가격을 실시간 모니터링 → 수요·재고·지역 상황에 따라 자동 가격 조정.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77440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140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13%↓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770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미판매 재고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77440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140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1주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770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신제품 출시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557016"/>
            <a:ext cx="4526280" cy="676656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557016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업계 평균 3~6개월 → 1주 턴어라운드 · 미판매 재고 13% 감소 (Inditex 2023)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 / 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에델코첸 · 브랜드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바이어 제안서 자동 초안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ADCFC"/>
                </a:solidFill>
              </a:rPr>
              <a:t>B-03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3A"/>
                </a:solidFill>
              </a:rPr>
              <a:t>즉시 가능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마트·백화점 바이어별 구매이력과 시즌 데이터를 AI가 분석해 맞춤 제안서 초안을 자동 생성.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이마트·롯데마트·홈플러스 바이어별 맞춤 제안서를 AI 초안으로 준비. 영업사원은 만나는 것에 집중.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B2B 산업재 사례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837419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기존: 영업사원이 차로 현장 탐색. AI 도입 후: 데이터로 기회 자동 발굴 + 제안서 초안 자동 생성.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504931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541507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25%↓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89812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준비시간 단축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504931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541507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20%↑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89812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미팅 시간 증가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327891"/>
            <a:ext cx="4526280" cy="676656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327891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B2B Pulse 2024 · 영업 준비 25% 단축 · 미팅 집중도 대폭 향상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 / 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에델코첸 · 브랜드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수요예측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ADCFC"/>
                </a:solidFill>
              </a:rPr>
              <a:t>B-04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6개월 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시즌·트렌드·과거 판매 데이터 기반으로 품목별 생산량을 AI가 추천. 과잉재고와 품절 동시 방지.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냄비·팬·커트러리 품목별 시즌 수요(설날·추석·혼수) → AI 예측 → 베트남 공장 생산계획 자동 제안.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Danone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40029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수요예측 모델로 제품별·지역별 수요를 정밀 예측. 생산·물류 계획 자동화.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407541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44117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30%↓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80073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판매손실 감소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407541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44117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65%↓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80073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제품 미가용 감소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30501"/>
            <a:ext cx="4526280" cy="676656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30501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McKinsey: AI 수요예측 공급망 오류 20~50% 감소 · Danone 판매손실 30% 감소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 / 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에델코첸 · 브랜드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채널 콘텐츠 자동화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ADCFC"/>
                </a:solidFill>
              </a:rPr>
              <a:t>B-05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3A"/>
                </a:solidFill>
              </a:rPr>
              <a:t>즉시 가능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쿠팡·스마트스토어 상세페이지, SNS 게시물, 시즌 프로모션 카피를 AI가 초안 생성. 마케팅 생산성 향상.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에델코첸 수백 SKU 상세페이지·프로모션 카피를 AI 초안 + 담당자 검수 구조로 전환. 출시 속도 향상.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이커머스 플랫폼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35654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콘텐츠 생성 도구로 브랜드 가이드라인 학습 후 상품페이지·이메일·블로그 대량 자동 생성.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403166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3974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113%↑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79635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콘텐츠 생산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403166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3974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7%↑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79635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사이트 트래픽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26126"/>
            <a:ext cx="4526280" cy="676656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26126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팀 규모로 블로그 2배 이상 생산 · 6개월 내 사이트 트래픽 7% 증가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 / 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에델코첸 · 브랜드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CS 자동 응대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ADCFC"/>
                </a:solidFill>
              </a:rPr>
              <a:t>B-06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6개월 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문의(세척법·인덕션 호환·교환·환불)를 AI 챗봇이 24시간 대응. CS 담당자는 복잡한 케이스만 처리.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'스테인리스 냄비 어떻게 세척하나요?' '우리 인덕션에 맞나요?' 반복 문의 자동 대응 → CS 효율화.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Klarna AI 어시스턴트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1907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챗봇이 23개국·35개 언어로 24시간 고객 문의 자동 처리. 2024년 전사 도입.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86584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700명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상담원 분량 처리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86584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2분↓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평균 응답시간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09544"/>
            <a:ext cx="4526280" cy="676656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09544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11분 → 2분 · 2024년 수익 개선 약 $4,000만 · 반복 문의 25% 감소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 / 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에델코첸 · 브랜드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신제품 기획 인사이트 리포트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ADCFC"/>
                </a:solidFill>
              </a:rPr>
              <a:t>B-07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3A"/>
                </a:solidFill>
              </a:rPr>
              <a:t>즉시 가능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 불만 카테고리(눌어붙음·무게·인덕션 혼란)를 AI가 분류해 신제품 기획 방향을 자동 제안.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'인덕션 호환 불분명' 불만 급증 감지 → '인덕션 호환 명확 표기+초보자 가이드 동봉' 신제품 방향 자동 도출.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Kerry Trendspotter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1907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수백만 건 분석으로 '이 재료가 3~6개월 후 트렌드' 예측 → 신제품 아이디어 자동 도출.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86584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5일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아이디어 도출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86584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1/3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개발기간 단축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09544"/>
            <a:ext cx="4526280" cy="676656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09544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4~6주 → 5일 이내 아이디어 도출 · 전체 개발기간 1/3로 단축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 / 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에델코첸 · 브랜드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바이어 인텐트 감지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ADCFC"/>
                </a:solidFill>
              </a:rPr>
              <a:t>B-08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6개월 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IKEA·코스트코 등 글로벌 바이어의 구매 신호(RFQ·공급사 교체 뉴스)를 AI가 스캔해 선제 접촉 기회 포착.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IKEA 공급사 교체 시그널 감지 → 에델코첸 글로벌 영업팀이 경쟁사보다 먼저 접촉. 수주 선점.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(AI ABM 전략)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68051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6sense + Bombora 인텐트 데이터 + AI 개인화로 '지금 구매 검토 중인 계정' 신호 자동 감지.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435563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72139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300%↑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828755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계정 참여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435563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72139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26%↑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828755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미팅→기회 전환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58523"/>
            <a:ext cx="4526280" cy="676656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58523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AI로 구매 의도 계정 자동 식별 · 미팅-기회 전환율 26% 향상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 / 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에델코첸 · 브랜드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가격 최적화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ADCFC"/>
                </a:solidFill>
              </a:rPr>
              <a:t>B-09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</a:rPr>
              <a:t>1년 이상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채널별 경쟁가·재고·시즌을 AI가 실시간 분석해 채널별 최적 판매가를 제안.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쿠팡·스마트스토어·백화점 채널별 경쟁가 + 재고 + 시즌 → AI가 채널별 최적 가격 제안 → 할인 최소화.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H&amp;M (Google Vertex AI)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1907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AI로 지역별·시즌별 제품 구성 최적화 + 수요·재고 기반 실시간 가격 조정.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86584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15%↑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정가 판매율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86584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10%↑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마진 개선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09544"/>
            <a:ext cx="4526280" cy="676656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09544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시즌 정가 판매율 15% 향상 · 마크다운 비용 대폭 감소 (Google 2024)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 / 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2E5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에델코첸 · 브랜드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추천 엔진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ADCFC"/>
                </a:solidFill>
              </a:rPr>
              <a:t>B-10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</a:rPr>
              <a:t>1년 이상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에델코첸 자사몰 방문자의 탐색 패턴을 AI가 분석해 맞춤 제품 추천. 객단가와 재구매율 향상.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자사몰에서 '스테인리스 냄비' 탐색 시 AI가 '통3중 인덕션 세트' 추천 → 단품→세트 구매 전환 유도.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E5FA3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ServiceMax + Amazon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72623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강화학습으로 방문자 의도를 예측 → 맞춤 콘텐츠·제품 추천. Amazon 추천이 전체 매출 35% 기여.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440135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76711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70%↓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833327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이탈률 감소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440135"/>
            <a:ext cx="2057400" cy="731520"/>
          </a:xfrm>
          <a:prstGeom prst="rect">
            <a:avLst/>
          </a:prstGeom>
          <a:solidFill>
            <a:srgbClr val="EBF2FA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76711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35%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833327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Amazon 매출 기여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63095"/>
            <a:ext cx="4526280" cy="676656"/>
          </a:xfrm>
          <a:prstGeom prst="rect">
            <a:avLst/>
          </a:prstGeom>
          <a:solidFill>
            <a:srgbClr val="CADCFC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63095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ServiceMax 이탈률 70% 감소 · 페이지 체류 2배 · Amazon 추천엔진 매출 35%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  / 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E8D5"/>
                </a:solidFill>
              </a:rPr>
              <a:t>베트남 공장 · 제조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비전 불량 검출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D5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E8D5"/>
                </a:solidFill>
              </a:rPr>
              <a:t>F-01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6개월 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100% 육안검사 구간에 카메라 설치. 스테인리스 표면 긁힘·코팅 불량을 AI가 0.1초 단위 감지.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Nhon Trach 공장 최종 육안검사를 AI 비전으로 전환. 스테인리스 빛 반사 처리가 핵심 기술 변수.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— AIQX 플랫폼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602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레겐스부르크 공장 26대 카메라 + AI가 수십만 이미지 학습 → 스크래치·찌그러짐 실시간 감지.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427732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643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40%↓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8209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불량률 감소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427732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643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2024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8209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독일 Factory of Year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50692"/>
            <a:ext cx="4526280" cy="676656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50692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육안 불가능한 미세 결함 감지 · 독일 올해의 공장상 수상 (2024)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  / 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E8D5"/>
                </a:solidFill>
              </a:rPr>
              <a:t>베트남 공장 · 제조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예지보전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D5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E8D5"/>
                </a:solidFill>
              </a:rPr>
              <a:t>F-02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</a:rPr>
              <a:t>1년 이상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프레스·용접 설비에 진동·온도 센서 부착. AI가 이상 패턴 감지해 2주 전 유지보수 알림.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공장 핵심 설비 고장 전 AI 조기 감지 → 비계획 라인 정지 제거. 납기 준수율 향상.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 — Predix AI 플랫폼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612013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 현장·산업 장비 센서 데이터(진동·온도·전류) 실시간 분석 → 고장 예측.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279525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316101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50%↓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672717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다운타임 감소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279525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316101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40%↓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672717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유지보수 비용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102485"/>
            <a:ext cx="4526280" cy="676656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102485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Deloitte: 예지보전 유지보수 비용 40% 절감 · 설비 가동률 30~50% 개선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 / 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E8D5"/>
                </a:solidFill>
              </a:rPr>
              <a:t>베트남 공장 · 제조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 이상 실시간 감지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D5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E8D5"/>
                </a:solidFill>
              </a:rPr>
              <a:t>F-03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6개월 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성형·용접 공정 데이터를 AI가 실시간 모니터링. 정상 범위 이탈 즉시 알림 → 불량품 출하 전 차단.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스테인리스 성형·연마·코팅 공정 이상을 AI가 실시간 감지 → 불량 라인 즉시 정지 → 클레임 사전 차단.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Schneider Electric — 67년 공장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31279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미국 켄터키 67년 된 공장 컨베이어 AI 비전 설치 → 경미한 결함 조기 감지 후 계획 정비.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98791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35367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0건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79198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비계획 다운타임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98791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35367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30%↑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79198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OEE 향상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21751"/>
            <a:ext cx="4526280" cy="676656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21751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비계획 다운타임 사실상 제로 · Siemens Insights Hub OEE 최대 30% 향상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 / 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E8D5"/>
                </a:solidFill>
              </a:rPr>
              <a:t>베트남 공장 · 제조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 스케줄 AI 최적화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D5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E8D5"/>
                </a:solidFill>
              </a:rPr>
              <a:t>F-04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6개월 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수주량·원자재·설비 가동률을 AI가 통합 분석해 라인별 최적 생산 순서를 자동 제안.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에델코첸 수주 데이터 + 베트남 공장 설비 가동률 → AI가 냄비·팬·커트러리 라인별 생산 순서 최적화.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소비재 제조사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18153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+ 예측분석으로 판매·날씨·소셜·공급사 데이터 통합 → 생산 스케줄 자동 최적화.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85665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22241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75%↓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778857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품절 감소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85665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22241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$1억↓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778857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재고비용 절감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08625"/>
            <a:ext cx="4526280" cy="676656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08625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수요 예측 오류 37% 감소 · 품절 75% 감소 · 연간 재고비용 $1억 절감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14  / 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E8D5"/>
                </a:solidFill>
              </a:rPr>
              <a:t>베트남 공장 · 제조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원자재 수급 예측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D5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E8D5"/>
                </a:solidFill>
              </a:rPr>
              <a:t>F-05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3A"/>
                </a:solidFill>
              </a:rPr>
              <a:t>즉시 가능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스테인리스 글로벌 가격 동향을 AI가 분석해 구매 타이밍을 추천. 원가 변동 리스크 선제 관리.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SUS304·SUS430 원자재 글로벌 가격 AI 모니터링 → 저점 매수 타이밍 추천 → 원가 절감.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Schneider Electric + DHL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1907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예측 모델링으로 200개 공장·수만 공급사 재고 최적화. DHL은 IBM Watson으로 95% 수요예측 정확도.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86584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95%↑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예측 정확도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86584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15%↓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공급망 비효율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09544"/>
            <a:ext cx="4526280" cy="676656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09544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Schneider 재고 최적화로 수백만 달러 절감 · DHL 수요예측 정확도 95% 이상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15  / 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E8D5"/>
                </a:solidFill>
              </a:rPr>
              <a:t>베트남 공장 · 제조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원인 자동 분석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D5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E8D5"/>
                </a:solidFill>
              </a:rPr>
              <a:t>F-06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6개월 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 유형별 데이터를 AI가 학습해 공정·설비·시간대별 불량 발생 패턴을 자동 도출.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'용접 불량·코팅 들뜸·치수 오차' 데이터 학습 → 어느 설비가 오후에 불량률이 높아지는지 자동 파악.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제조사 (Python+Databricks)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1907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500개 이상 센서 데이터 + ML 파이프라인으로 다운타임 패턴 분석. 라인 간 공통 패턴 발견.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86584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90%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예측 정밀도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86584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60%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사전 감지율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09544"/>
            <a:ext cx="4526280" cy="676656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09544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정확도 F1=0.85 · 예측 다운타임 90% 실제 발생 · 스크랩 대폭 감소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16  / 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E8D5"/>
                </a:solidFill>
              </a:rPr>
              <a:t>베트남 공장 · 제조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사용 최적화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D5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E8D5"/>
                </a:solidFill>
              </a:rPr>
              <a:t>F-07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</a:rPr>
              <a:t>1년 이상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공장 전력 소비 패턴 분석 → 피크 타임 회피·설비 낭비 구간 식별. 전기료 절감 + ESG 대응.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공장 전력 피크 타임 AI 분석 → 주요 설비 가동 시간 재배치 → 전기료 절감.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Schneider Electric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1907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AI로 시설 전체 에너지 소비 패턴 분석 → 피크 시간대 회피·설비별 낭비 구간 식별·CO₂ 감축.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86584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20%↓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에너지 절감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86584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25%↓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779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유지보수 비용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09544"/>
            <a:ext cx="4526280" cy="676656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09544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사용량 20% 감소 · ESG 규제 대응 + 운영비용 절감 동시 달성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17  / 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E8D5"/>
                </a:solidFill>
              </a:rPr>
              <a:t>베트남 공장 · 제조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본사-공장 실시간 대시보드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D5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E8D5"/>
                </a:solidFill>
              </a:rPr>
              <a:t>F-08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6개월 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생산실적·불량률·재고를 한국 본사가 실시간 모니터링. 회장이 서울에서 공장 현황 즉시 파악.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본사 → 클라우드 대시보드로 Nhon Trach 공장 생산실적·불량률·재고를 실시간 모니터링.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 — Insights Hub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4617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센서 + ML로 공장 장비 데이터 실시간 수집·분석 → 이상 감지·유지보수 일정 최적화.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413688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502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30%↑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806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OEE 개선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413688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502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즉시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806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이상 알림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36648"/>
            <a:ext cx="4526280" cy="676656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36648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원격지에서 공장 상태 실시간 모니터링 · Schneider CAP 2025 Hackett Innovation Award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18  /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E8D5"/>
                </a:solidFill>
              </a:rPr>
              <a:t>베트남 공장 · 제조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IKEA 품질 요건 자동 대응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D5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E8D5"/>
                </a:solidFill>
              </a:rPr>
              <a:t>F-09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6개월 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IKEA 등 글로벌 바이어의 품질 기준 변경사항을 AI가 스캔해 공정 조정 포인트 자동 알림.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IKEA·코스트코 품질 매뉴얼 변경을 AI가 감지 → 에델코첸 공장에 즉시 공정 조정 알림 → 클레임 차단.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자동차 부품 납품사 (Jidoka)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602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비전 검사 도입 후 불량 37% 감소, OEE 22% 향상. 2년간 지속적 비용 절감.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427732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643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37%↓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8209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불량 감소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427732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643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22%↑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8209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OEE 향상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50692"/>
            <a:ext cx="4526280" cy="676656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50692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품질 검사 불량 37% 감소 · 제약사 기준 검사 사이클 30% 단축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19  /  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804672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508760" cy="228600"/>
          </a:xfrm>
          <a:prstGeom prst="roundRect">
            <a:avLst>
              <a:gd name="adj" fmla="val 16000"/>
            </a:avLst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E8D5"/>
                </a:solidFill>
              </a:rPr>
              <a:t>베트남 공장 · 제조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548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현지 인력 관리 AI 지원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475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D5"/>
                </a:solidFill>
              </a:rPr>
              <a:t>AI가 기여하는 방식 — 실제 사례 증명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54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E8D5"/>
                </a:solidFill>
              </a:rPr>
              <a:t>F-10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73568" y="347472"/>
            <a:ext cx="1024128" cy="237744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973568" y="347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</a:rPr>
              <a:t>1년 이상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89611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896112"/>
            <a:ext cx="54864" cy="1874520"/>
          </a:xfrm>
          <a:prstGeom prst="rect">
            <a:avLst/>
          </a:prstGeom>
          <a:solidFill>
            <a:srgbClr val="1552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6888" y="941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아이디어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" y="1170432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생산성·출결·숙련도 데이터를 AI가 분석해 라인 배치 최적화 및 이직 위험 인력 사전 감지.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2862072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54864" cy="1993392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6888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TYS 연결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" y="3136392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Nhon Trach 공장 현지 작업자 데이터 → AI가 최적 배치 추천 → 이직 위험 신호 사전 감지. HR 부담 경감.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896112"/>
            <a:ext cx="4526280" cy="3959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DFC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34840" y="896112"/>
            <a:ext cx="4526280" cy="566928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905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6B3A"/>
                </a:solidFill>
              </a:rPr>
              <a:t>실제 사례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10881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PrecisionParts Ltd. (영국 SME)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71377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예측 유지보수 도입 → 인력을 고부가가치 업무로 재배치. 비상 상황 감소로 직원 만족도 향상.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81290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0" y="241786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9개월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77448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ROI 회수기간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81290"/>
            <a:ext cx="2057400" cy="731520"/>
          </a:xfrm>
          <a:prstGeom prst="rect">
            <a:avLst/>
          </a:prstGeom>
          <a:solidFill>
            <a:srgbClr val="EBF5EF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66560" y="241786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5230"/>
                </a:solidFill>
              </a:rPr>
              <a:t>30%↓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77448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다운타임 감소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04250"/>
            <a:ext cx="4526280" cy="676656"/>
          </a:xfrm>
          <a:prstGeom prst="rect">
            <a:avLst/>
          </a:prstGeom>
          <a:solidFill>
            <a:srgbClr val="C7E8D5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3204250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5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다운타임 30% 감소 · OEE 15% 향상 · 9개월 내 투자 회수 · 직원 사기 향상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20  / 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2891</Words>
  <Application>Microsoft Macintosh PowerPoint</Application>
  <PresentationFormat>화면 슬라이드 쇼(16:9)</PresentationFormat>
  <Paragraphs>474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TYS AI 아이디어 20선</dc:title>
  <dc:subject>PptxGenJS Presentation</dc:subject>
  <dc:creator>PptxGenJS</dc:creator>
  <cp:lastModifiedBy>강수근</cp:lastModifiedBy>
  <cp:revision>3</cp:revision>
  <dcterms:created xsi:type="dcterms:W3CDTF">2026-04-14T09:03:07Z</dcterms:created>
  <dcterms:modified xsi:type="dcterms:W3CDTF">2026-04-14T15:20:11Z</dcterms:modified>
</cp:coreProperties>
</file>